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Spline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2462312"/>
            <a:ext cx="2200518" cy="312638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3437" y="2524026"/>
            <a:ext cx="256325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ANALYTICS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2857202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Customer Shopping Behavior Analysis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20012" y="3737273"/>
            <a:ext cx="1075167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 guide strategic business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327448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Dataset at a Glance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2413198"/>
            <a:ext cx="3412444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3,900</a:t>
            </a:r>
            <a:endParaRPr lang="en-US" sz="5300" dirty="0"/>
          </a:p>
        </p:txBody>
      </p:sp>
      <p:sp>
        <p:nvSpPr>
          <p:cNvPr id="4" name="Text 2"/>
          <p:cNvSpPr/>
          <p:nvPr/>
        </p:nvSpPr>
        <p:spPr>
          <a:xfrm>
            <a:off x="720012" y="3349228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Purchases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20012" y="3758406"/>
            <a:ext cx="341244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Transactional records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625" y="2413198"/>
            <a:ext cx="3412444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18</a:t>
            </a:r>
            <a:endParaRPr lang="en-US" sz="5300" dirty="0"/>
          </a:p>
        </p:txBody>
      </p:sp>
      <p:sp>
        <p:nvSpPr>
          <p:cNvPr id="7" name="Text 5"/>
          <p:cNvSpPr/>
          <p:nvPr/>
        </p:nvSpPr>
        <p:spPr>
          <a:xfrm>
            <a:off x="4389625" y="3349228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Columns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389625" y="3758406"/>
            <a:ext cx="341244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Features per record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59238" y="2413198"/>
            <a:ext cx="3412444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37</a:t>
            </a:r>
            <a:endParaRPr lang="en-US" sz="5300" dirty="0"/>
          </a:p>
        </p:txBody>
      </p:sp>
      <p:sp>
        <p:nvSpPr>
          <p:cNvPr id="10" name="Text 8"/>
          <p:cNvSpPr/>
          <p:nvPr/>
        </p:nvSpPr>
        <p:spPr>
          <a:xfrm>
            <a:off x="8059238" y="3349228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Missing Values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059238" y="3758406"/>
            <a:ext cx="341244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Review Rating column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0012" y="4524673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Customer Demographics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20012" y="5016103"/>
            <a:ext cx="573450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Age, Gender, Location, Subscription Status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3115" y="4524673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Purchase &amp; Behavior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353115" y="5016103"/>
            <a:ext cx="573450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Category, Amount, Discount, Frequency, Rating, Shipping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1153517"/>
            <a:ext cx="849986" cy="312638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437" y="1215231"/>
            <a:ext cx="1212720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1548408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Preparation &amp; Cleaning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20012" y="2428478"/>
            <a:ext cx="41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0012" y="2752725"/>
            <a:ext cx="5272948" cy="254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7" name="Text 5"/>
          <p:cNvSpPr/>
          <p:nvPr/>
        </p:nvSpPr>
        <p:spPr>
          <a:xfrm>
            <a:off x="720012" y="2906316"/>
            <a:ext cx="527294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Load &amp; Explore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20012" y="3315494"/>
            <a:ext cx="527294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Imported via pandas;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8636" y="2428478"/>
            <a:ext cx="41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8636" y="2752725"/>
            <a:ext cx="5273047" cy="2540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1" name="Text 9"/>
          <p:cNvSpPr/>
          <p:nvPr/>
        </p:nvSpPr>
        <p:spPr>
          <a:xfrm>
            <a:off x="6198636" y="2906316"/>
            <a:ext cx="52730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Handle Missing Data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198636" y="3315494"/>
            <a:ext cx="5273047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Imputed Review Rating with median per category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0012" y="4004667"/>
            <a:ext cx="41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0012" y="4328914"/>
            <a:ext cx="5272948" cy="2540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5" name="Text 13"/>
          <p:cNvSpPr/>
          <p:nvPr/>
        </p:nvSpPr>
        <p:spPr>
          <a:xfrm>
            <a:off x="720012" y="4482505"/>
            <a:ext cx="527294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Standardize &amp; Engineer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20012" y="4891683"/>
            <a:ext cx="5272948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Snake case columns; created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8636" y="4004667"/>
            <a:ext cx="41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8636" y="4328914"/>
            <a:ext cx="5273047" cy="2540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9" name="Text 17"/>
          <p:cNvSpPr/>
          <p:nvPr/>
        </p:nvSpPr>
        <p:spPr>
          <a:xfrm>
            <a:off x="6198636" y="4482505"/>
            <a:ext cx="52730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Load to PostgreSQL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198636" y="4891683"/>
            <a:ext cx="5273047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Cleaned DataFrame loaded for SQL analysis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2021185"/>
            <a:ext cx="1291002" cy="312638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437" y="2082899"/>
            <a:ext cx="1653737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 ANALYSIS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2416076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Revenue Insights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20012" y="3501827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Revenue by Gender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20012" y="3993257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Compared total revenue generated by male vs. female customers.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3115" y="3501827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Revenue by Age Group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53115" y="3993257"/>
            <a:ext cx="573450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Calculated total revenue contribution of each age group.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1883767"/>
            <a:ext cx="1291002" cy="312638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437" y="1945481"/>
            <a:ext cx="1653737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 ANALYSIS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2278658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Discount &amp; Shipping Behavior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3158728"/>
            <a:ext cx="3446773" cy="18155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2685" y="3389809"/>
            <a:ext cx="28830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High-Spending Discount Users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52685" y="4084737"/>
            <a:ext cx="2883026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Customers using discounts yet spending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above average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2461" y="3158728"/>
            <a:ext cx="3446773" cy="18155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5133" y="3389809"/>
            <a:ext cx="28830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Discount-Dependent Products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705133" y="4084737"/>
            <a:ext cx="2883026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5 products with highest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% of discounted purchases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4909" y="3158728"/>
            <a:ext cx="3446773" cy="18155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57582" y="3389809"/>
            <a:ext cx="28830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Shipping Type Comparison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357582" y="3798987"/>
            <a:ext cx="2883026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Average spend: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Standard vs. Express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shipping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2185789"/>
            <a:ext cx="1291002" cy="312638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437" y="2247503"/>
            <a:ext cx="1653737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 ANALYSIS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258068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Product &amp; Rating Analysis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20012" y="3666430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Top 5 Products by Rating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20012" y="4157861"/>
            <a:ext cx="573450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Highest average review ratings across all categories.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3115" y="3666430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Top 3 Products per Category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53115" y="4157861"/>
            <a:ext cx="573450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purchased products within each category.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65745"/>
            <a:ext cx="645501" cy="15627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725" y="596602"/>
            <a:ext cx="1131661" cy="9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 ANALYSIS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20012" y="742553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Customer Segmentation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20012" y="3726755"/>
            <a:ext cx="5860010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Customers classified into three segments based on purchase history.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607" y="1163241"/>
            <a:ext cx="5250426" cy="52505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2021185"/>
            <a:ext cx="1291002" cy="312638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437" y="2082899"/>
            <a:ext cx="1653737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 ANALYSIS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2416076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Subscribers vs. Non-Subscribers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20012" y="3501827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Average Spend &amp; Total Revenue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20012" y="3993257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Compared across subscription status to reveal spending differences.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3115" y="3501827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Repeat Buyers &amp; Subscriptions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53115" y="3993257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Customers with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&gt;5 purchases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are they more likely to subscribe?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2462312"/>
            <a:ext cx="966466" cy="312638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3437" y="2524026"/>
            <a:ext cx="1329200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 BI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2857202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Interactive Dashboard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20012" y="3737273"/>
            <a:ext cx="1075167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Visual presentation of all key insights — revenue, segments, products, and behavior — in a single interactive Power BI dashboard.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499592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Recommendations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2482552"/>
            <a:ext cx="514337" cy="5143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1518" y="2482552"/>
            <a:ext cx="26409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Boost Subscriptions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91518" y="2891730"/>
            <a:ext cx="264093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Promote exclusive subscriber benefits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625" y="2482552"/>
            <a:ext cx="514337" cy="514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1131" y="2482552"/>
            <a:ext cx="26409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Loyalty Programs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161131" y="2891730"/>
            <a:ext cx="264093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Reward repeat buyers toward "Loyal" segment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9238" y="2482552"/>
            <a:ext cx="514337" cy="5143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30744" y="2482552"/>
            <a:ext cx="26409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Review Discount Policy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830744" y="2891730"/>
            <a:ext cx="264093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Balance sales boosts with margin control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012" y="3961606"/>
            <a:ext cx="514337" cy="5143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91518" y="3961606"/>
            <a:ext cx="26409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Targeted Marketing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491518" y="4370784"/>
            <a:ext cx="2640939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 on high-revenue age groups &amp; express-shipping users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89625" y="3961606"/>
            <a:ext cx="514337" cy="5143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61131" y="3961606"/>
            <a:ext cx="26409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Product Positioning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5161131" y="4370784"/>
            <a:ext cx="264093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Highlight top-rated &amp; best-selling products in campaigns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2026-09-23T05:18:27Z</dcterms:created>
  <dcterms:modified xsi:type="dcterms:W3CDTF">2026-09-23T05:18:27Z</dcterms:modified>
</cp:coreProperties>
</file>